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8640763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F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2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96" y="883861"/>
            <a:ext cx="6480572" cy="1880235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2836605"/>
            <a:ext cx="6480572" cy="1303913"/>
          </a:xfrm>
        </p:spPr>
        <p:txBody>
          <a:bodyPr/>
          <a:lstStyle>
            <a:lvl1pPr marL="0" indent="0" algn="ctr">
              <a:buNone/>
              <a:defRPr sz="1701"/>
            </a:lvl1pPr>
            <a:lvl2pPr marL="324018" indent="0" algn="ctr">
              <a:buNone/>
              <a:defRPr sz="1417"/>
            </a:lvl2pPr>
            <a:lvl3pPr marL="648035" indent="0" algn="ctr">
              <a:buNone/>
              <a:defRPr sz="1276"/>
            </a:lvl3pPr>
            <a:lvl4pPr marL="972053" indent="0" algn="ctr">
              <a:buNone/>
              <a:defRPr sz="1134"/>
            </a:lvl4pPr>
            <a:lvl5pPr marL="1296071" indent="0" algn="ctr">
              <a:buNone/>
              <a:defRPr sz="1134"/>
            </a:lvl5pPr>
            <a:lvl6pPr marL="1620088" indent="0" algn="ctr">
              <a:buNone/>
              <a:defRPr sz="1134"/>
            </a:lvl6pPr>
            <a:lvl7pPr marL="1944106" indent="0" algn="ctr">
              <a:buNone/>
              <a:defRPr sz="1134"/>
            </a:lvl7pPr>
            <a:lvl8pPr marL="2268123" indent="0" algn="ctr">
              <a:buNone/>
              <a:defRPr sz="1134"/>
            </a:lvl8pPr>
            <a:lvl9pPr marL="2592141" indent="0" algn="ctr">
              <a:buNone/>
              <a:defRPr sz="113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68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775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2" y="1346419"/>
            <a:ext cx="7452658" cy="2246530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2" y="3614203"/>
            <a:ext cx="7452658" cy="1181397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1pPr>
            <a:lvl2pPr marL="324018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2pPr>
            <a:lvl3pPr marL="648035" indent="0">
              <a:buNone/>
              <a:defRPr sz="1276">
                <a:solidFill>
                  <a:schemeClr val="tx1">
                    <a:tint val="82000"/>
                  </a:schemeClr>
                </a:solidFill>
              </a:defRPr>
            </a:lvl3pPr>
            <a:lvl4pPr marL="97205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4pPr>
            <a:lvl5pPr marL="129607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5pPr>
            <a:lvl6pPr marL="1620088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6pPr>
            <a:lvl7pPr marL="1944106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7pPr>
            <a:lvl8pPr marL="2268123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8pPr>
            <a:lvl9pPr marL="259214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78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1437680"/>
            <a:ext cx="3672324" cy="34266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1437680"/>
            <a:ext cx="3672324" cy="34266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27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287536"/>
            <a:ext cx="7452658" cy="104388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8" y="1323916"/>
            <a:ext cx="3655447" cy="64883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8" y="1972747"/>
            <a:ext cx="3655447" cy="29016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6" y="1323916"/>
            <a:ext cx="3673450" cy="648831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4018" indent="0">
              <a:buNone/>
              <a:defRPr sz="1417" b="1"/>
            </a:lvl2pPr>
            <a:lvl3pPr marL="648035" indent="0">
              <a:buNone/>
              <a:defRPr sz="1276" b="1"/>
            </a:lvl3pPr>
            <a:lvl4pPr marL="972053" indent="0">
              <a:buNone/>
              <a:defRPr sz="1134" b="1"/>
            </a:lvl4pPr>
            <a:lvl5pPr marL="1296071" indent="0">
              <a:buNone/>
              <a:defRPr sz="1134" b="1"/>
            </a:lvl5pPr>
            <a:lvl6pPr marL="1620088" indent="0">
              <a:buNone/>
              <a:defRPr sz="1134" b="1"/>
            </a:lvl6pPr>
            <a:lvl7pPr marL="1944106" indent="0">
              <a:buNone/>
              <a:defRPr sz="1134" b="1"/>
            </a:lvl7pPr>
            <a:lvl8pPr marL="2268123" indent="0">
              <a:buNone/>
              <a:defRPr sz="1134" b="1"/>
            </a:lvl8pPr>
            <a:lvl9pPr marL="2592141" indent="0">
              <a:buNone/>
              <a:defRPr sz="113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6" y="1972747"/>
            <a:ext cx="3673450" cy="29016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44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61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325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60045"/>
            <a:ext cx="2786871" cy="1260158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777597"/>
            <a:ext cx="4374386" cy="3837980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620202"/>
            <a:ext cx="2786871" cy="3001626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44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360045"/>
            <a:ext cx="2786871" cy="1260158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777597"/>
            <a:ext cx="4374386" cy="3837980"/>
          </a:xfrm>
        </p:spPr>
        <p:txBody>
          <a:bodyPr anchor="t"/>
          <a:lstStyle>
            <a:lvl1pPr marL="0" indent="0">
              <a:buNone/>
              <a:defRPr sz="2268"/>
            </a:lvl1pPr>
            <a:lvl2pPr marL="324018" indent="0">
              <a:buNone/>
              <a:defRPr sz="1984"/>
            </a:lvl2pPr>
            <a:lvl3pPr marL="648035" indent="0">
              <a:buNone/>
              <a:defRPr sz="1701"/>
            </a:lvl3pPr>
            <a:lvl4pPr marL="972053" indent="0">
              <a:buNone/>
              <a:defRPr sz="1417"/>
            </a:lvl4pPr>
            <a:lvl5pPr marL="1296071" indent="0">
              <a:buNone/>
              <a:defRPr sz="1417"/>
            </a:lvl5pPr>
            <a:lvl6pPr marL="1620088" indent="0">
              <a:buNone/>
              <a:defRPr sz="1417"/>
            </a:lvl6pPr>
            <a:lvl7pPr marL="1944106" indent="0">
              <a:buNone/>
              <a:defRPr sz="1417"/>
            </a:lvl7pPr>
            <a:lvl8pPr marL="2268123" indent="0">
              <a:buNone/>
              <a:defRPr sz="1417"/>
            </a:lvl8pPr>
            <a:lvl9pPr marL="2592141" indent="0">
              <a:buNone/>
              <a:defRPr sz="141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1620202"/>
            <a:ext cx="2786871" cy="3001626"/>
          </a:xfrm>
        </p:spPr>
        <p:txBody>
          <a:bodyPr/>
          <a:lstStyle>
            <a:lvl1pPr marL="0" indent="0">
              <a:buNone/>
              <a:defRPr sz="1134"/>
            </a:lvl1pPr>
            <a:lvl2pPr marL="324018" indent="0">
              <a:buNone/>
              <a:defRPr sz="992"/>
            </a:lvl2pPr>
            <a:lvl3pPr marL="648035" indent="0">
              <a:buNone/>
              <a:defRPr sz="850"/>
            </a:lvl3pPr>
            <a:lvl4pPr marL="972053" indent="0">
              <a:buNone/>
              <a:defRPr sz="709"/>
            </a:lvl4pPr>
            <a:lvl5pPr marL="1296071" indent="0">
              <a:buNone/>
              <a:defRPr sz="709"/>
            </a:lvl5pPr>
            <a:lvl6pPr marL="1620088" indent="0">
              <a:buNone/>
              <a:defRPr sz="709"/>
            </a:lvl6pPr>
            <a:lvl7pPr marL="1944106" indent="0">
              <a:buNone/>
              <a:defRPr sz="709"/>
            </a:lvl7pPr>
            <a:lvl8pPr marL="2268123" indent="0">
              <a:buNone/>
              <a:defRPr sz="709"/>
            </a:lvl8pPr>
            <a:lvl9pPr marL="2592141" indent="0">
              <a:buNone/>
              <a:defRPr sz="70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71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83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287536"/>
            <a:ext cx="1863165" cy="457682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2" y="287536"/>
            <a:ext cx="5481484" cy="457682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54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287536"/>
            <a:ext cx="7452658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1437680"/>
            <a:ext cx="7452658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5005626"/>
            <a:ext cx="194417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1EFD8-17AD-4633-BCC3-A5DD75532AE6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5005626"/>
            <a:ext cx="291625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5005626"/>
            <a:ext cx="194417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000A5F-F25F-48D0-8880-1C36A96453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15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8035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09" indent="-162009" algn="l" defTabSz="648035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6026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10044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406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079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097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6115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0132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4150" indent="-162009" algn="l" defTabSz="648035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01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035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05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07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088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106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8123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2141" algn="l" defTabSz="648035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16503F4-BA1B-CE31-C6F6-5C93907BCD74}"/>
              </a:ext>
            </a:extLst>
          </p:cNvPr>
          <p:cNvSpPr/>
          <p:nvPr/>
        </p:nvSpPr>
        <p:spPr>
          <a:xfrm>
            <a:off x="1315472" y="229139"/>
            <a:ext cx="5928538" cy="4797521"/>
          </a:xfrm>
          <a:prstGeom prst="rect">
            <a:avLst/>
          </a:prstGeom>
          <a:noFill/>
          <a:ln w="38100">
            <a:solidFill>
              <a:srgbClr val="242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Graphic 30" descr="AWS Cloud group icon with AWS logo.">
            <a:extLst>
              <a:ext uri="{FF2B5EF4-FFF2-40B4-BE49-F238E27FC236}">
                <a16:creationId xmlns:a16="http://schemas.microsoft.com/office/drawing/2014/main" id="{7524967D-73EC-4A8E-AB8D-08EF13D53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45495" y="234266"/>
            <a:ext cx="598515" cy="598515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D3D2E40-19F0-EB7A-7915-B5C7BC7DC5BE}"/>
              </a:ext>
            </a:extLst>
          </p:cNvPr>
          <p:cNvGrpSpPr/>
          <p:nvPr/>
        </p:nvGrpSpPr>
        <p:grpSpPr>
          <a:xfrm>
            <a:off x="6123954" y="2071890"/>
            <a:ext cx="762000" cy="1040586"/>
            <a:chOff x="6500559" y="3048000"/>
            <a:chExt cx="762000" cy="1040586"/>
          </a:xfrm>
        </p:grpSpPr>
        <p:pic>
          <p:nvPicPr>
            <p:cNvPr id="34" name="Graphic 6" descr="Amazon Relational Database Service (Amazon RDS) service icon.">
              <a:extLst>
                <a:ext uri="{FF2B5EF4-FFF2-40B4-BE49-F238E27FC236}">
                  <a16:creationId xmlns:a16="http://schemas.microsoft.com/office/drawing/2014/main" id="{F01E9FF8-9ACC-6471-F16E-50D47BA45E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6500559" y="3048000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Box 9">
              <a:extLst>
                <a:ext uri="{FF2B5EF4-FFF2-40B4-BE49-F238E27FC236}">
                  <a16:creationId xmlns:a16="http://schemas.microsoft.com/office/drawing/2014/main" id="{89214C6F-B29F-DB73-93FC-E706D7991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3043" y="3811587"/>
              <a:ext cx="61957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RDS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C719A4A-8531-C9CF-E509-BEAEF2503823}"/>
              </a:ext>
            </a:extLst>
          </p:cNvPr>
          <p:cNvGrpSpPr/>
          <p:nvPr/>
        </p:nvGrpSpPr>
        <p:grpSpPr>
          <a:xfrm>
            <a:off x="3164722" y="2071890"/>
            <a:ext cx="762000" cy="1031442"/>
            <a:chOff x="4370007" y="2903199"/>
            <a:chExt cx="762000" cy="1031442"/>
          </a:xfrm>
        </p:grpSpPr>
        <p:pic>
          <p:nvPicPr>
            <p:cNvPr id="39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C5084951-4902-03F9-B4C8-A8280A8B48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 bwMode="auto">
            <a:xfrm>
              <a:off x="4370007" y="2903199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0" name="TextBox 9">
              <a:extLst>
                <a:ext uri="{FF2B5EF4-FFF2-40B4-BE49-F238E27FC236}">
                  <a16:creationId xmlns:a16="http://schemas.microsoft.com/office/drawing/2014/main" id="{D179F433-EB77-3895-4CC7-20ED554A0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6619" y="3657642"/>
              <a:ext cx="60718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S3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192F727-9196-F400-CB1A-8C04B1FCB0F5}"/>
              </a:ext>
            </a:extLst>
          </p:cNvPr>
          <p:cNvGrpSpPr/>
          <p:nvPr/>
        </p:nvGrpSpPr>
        <p:grpSpPr>
          <a:xfrm>
            <a:off x="4448022" y="2071890"/>
            <a:ext cx="1165672" cy="1038205"/>
            <a:chOff x="5051202" y="1185069"/>
            <a:chExt cx="1165672" cy="1038205"/>
          </a:xfrm>
        </p:grpSpPr>
        <p:pic>
          <p:nvPicPr>
            <p:cNvPr id="46" name="Graphic 10" descr="AWS Lambda service icon.">
              <a:extLst>
                <a:ext uri="{FF2B5EF4-FFF2-40B4-BE49-F238E27FC236}">
                  <a16:creationId xmlns:a16="http://schemas.microsoft.com/office/drawing/2014/main" id="{C5EA5815-CF17-3725-8D2A-F6B2CD7EBA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5246688" y="1185069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TextBox 20">
              <a:extLst>
                <a:ext uri="{FF2B5EF4-FFF2-40B4-BE49-F238E27FC236}">
                  <a16:creationId xmlns:a16="http://schemas.microsoft.com/office/drawing/2014/main" id="{9DD2631A-F784-D283-373F-E85D88EA7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1202" y="1946275"/>
              <a:ext cx="116567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52053FE-5F95-754F-9060-809D3D784258}"/>
              </a:ext>
            </a:extLst>
          </p:cNvPr>
          <p:cNvGrpSpPr/>
          <p:nvPr/>
        </p:nvGrpSpPr>
        <p:grpSpPr>
          <a:xfrm>
            <a:off x="1486436" y="2071890"/>
            <a:ext cx="1165672" cy="1038205"/>
            <a:chOff x="5051202" y="1185069"/>
            <a:chExt cx="1165672" cy="1038205"/>
          </a:xfrm>
        </p:grpSpPr>
        <p:pic>
          <p:nvPicPr>
            <p:cNvPr id="49" name="Graphic 10" descr="AWS Lambda service icon.">
              <a:extLst>
                <a:ext uri="{FF2B5EF4-FFF2-40B4-BE49-F238E27FC236}">
                  <a16:creationId xmlns:a16="http://schemas.microsoft.com/office/drawing/2014/main" id="{4A18D133-62F9-B983-A2AD-180D9C07A2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 bwMode="auto">
            <a:xfrm>
              <a:off x="5246688" y="1185069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TextBox 20">
              <a:extLst>
                <a:ext uri="{FF2B5EF4-FFF2-40B4-BE49-F238E27FC236}">
                  <a16:creationId xmlns:a16="http://schemas.microsoft.com/office/drawing/2014/main" id="{84C7B796-AC49-2BC6-7945-0A91FE8E52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1202" y="1946275"/>
              <a:ext cx="116567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CD5BA12-36BB-FD6F-8493-014A0ED5CFDE}"/>
              </a:ext>
            </a:extLst>
          </p:cNvPr>
          <p:cNvGrpSpPr/>
          <p:nvPr/>
        </p:nvGrpSpPr>
        <p:grpSpPr>
          <a:xfrm>
            <a:off x="4525299" y="3544659"/>
            <a:ext cx="1011118" cy="1038999"/>
            <a:chOff x="5817613" y="3676667"/>
            <a:chExt cx="1011118" cy="1038999"/>
          </a:xfrm>
        </p:grpSpPr>
        <p:pic>
          <p:nvPicPr>
            <p:cNvPr id="52" name="Graphic 51" descr="Amazon CloudWatch service icon.">
              <a:extLst>
                <a:ext uri="{FF2B5EF4-FFF2-40B4-BE49-F238E27FC236}">
                  <a16:creationId xmlns:a16="http://schemas.microsoft.com/office/drawing/2014/main" id="{9356287B-A040-6D7A-31F4-CD509C5EE0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5941378" y="3676667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TextBox 9">
              <a:extLst>
                <a:ext uri="{FF2B5EF4-FFF2-40B4-BE49-F238E27FC236}">
                  <a16:creationId xmlns:a16="http://schemas.microsoft.com/office/drawing/2014/main" id="{023CACE8-9059-5307-3D79-6307471DA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7613" y="4438667"/>
              <a:ext cx="101111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CloudWatch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1ABA555-4512-828F-127B-2670A39E5E19}"/>
              </a:ext>
            </a:extLst>
          </p:cNvPr>
          <p:cNvGrpSpPr/>
          <p:nvPr/>
        </p:nvGrpSpPr>
        <p:grpSpPr>
          <a:xfrm>
            <a:off x="1562762" y="3544659"/>
            <a:ext cx="1013020" cy="1038999"/>
            <a:chOff x="5816662" y="3676667"/>
            <a:chExt cx="1013020" cy="1038999"/>
          </a:xfrm>
        </p:grpSpPr>
        <p:pic>
          <p:nvPicPr>
            <p:cNvPr id="59" name="Graphic 58" descr="Amazon CloudWatch service icon.">
              <a:extLst>
                <a:ext uri="{FF2B5EF4-FFF2-40B4-BE49-F238E27FC236}">
                  <a16:creationId xmlns:a16="http://schemas.microsoft.com/office/drawing/2014/main" id="{7E82F914-B8BC-E0AC-B3AD-1E095A46A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5941378" y="3676667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" name="TextBox 9">
              <a:extLst>
                <a:ext uri="{FF2B5EF4-FFF2-40B4-BE49-F238E27FC236}">
                  <a16:creationId xmlns:a16="http://schemas.microsoft.com/office/drawing/2014/main" id="{855AAE4B-2807-9E0C-BA3B-599B7691F9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6662" y="4438667"/>
              <a:ext cx="10130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CloudWatch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D517D33-A584-5238-44C2-DFF164D3DCA9}"/>
              </a:ext>
            </a:extLst>
          </p:cNvPr>
          <p:cNvGrpSpPr/>
          <p:nvPr/>
        </p:nvGrpSpPr>
        <p:grpSpPr>
          <a:xfrm>
            <a:off x="5969962" y="3543551"/>
            <a:ext cx="1069984" cy="1038999"/>
            <a:chOff x="5788180" y="3676667"/>
            <a:chExt cx="1069984" cy="1038999"/>
          </a:xfrm>
        </p:grpSpPr>
        <p:pic>
          <p:nvPicPr>
            <p:cNvPr id="62" name="Graphic 61" descr="Amazon CloudWatch service icon.">
              <a:extLst>
                <a:ext uri="{FF2B5EF4-FFF2-40B4-BE49-F238E27FC236}">
                  <a16:creationId xmlns:a16="http://schemas.microsoft.com/office/drawing/2014/main" id="{34F0CFEC-7E43-5EB0-B1A4-52BA61A140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 bwMode="auto">
            <a:xfrm>
              <a:off x="5941378" y="3676667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" name="TextBox 9">
              <a:extLst>
                <a:ext uri="{FF2B5EF4-FFF2-40B4-BE49-F238E27FC236}">
                  <a16:creationId xmlns:a16="http://schemas.microsoft.com/office/drawing/2014/main" id="{ADF2DE53-96B4-7A34-C788-FE396EF21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88180" y="4438667"/>
              <a:ext cx="106998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CloudWatch</a:t>
              </a:r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72740B16-CF0E-71E2-C085-C14150BEA556}"/>
              </a:ext>
            </a:extLst>
          </p:cNvPr>
          <p:cNvGrpSpPr/>
          <p:nvPr/>
        </p:nvGrpSpPr>
        <p:grpSpPr>
          <a:xfrm>
            <a:off x="1486436" y="589139"/>
            <a:ext cx="1165672" cy="1048524"/>
            <a:chOff x="3201030" y="877881"/>
            <a:chExt cx="1165672" cy="1048524"/>
          </a:xfrm>
        </p:grpSpPr>
        <p:pic>
          <p:nvPicPr>
            <p:cNvPr id="1025" name="Graphic 19" descr="Amazon EventBridge service icon.">
              <a:extLst>
                <a:ext uri="{FF2B5EF4-FFF2-40B4-BE49-F238E27FC236}">
                  <a16:creationId xmlns:a16="http://schemas.microsoft.com/office/drawing/2014/main" id="{2C93CD0B-E854-51B9-7538-1DCB49733D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 bwMode="auto">
            <a:xfrm>
              <a:off x="3394928" y="877881"/>
              <a:ext cx="762000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" name="TextBox 11">
              <a:extLst>
                <a:ext uri="{FF2B5EF4-FFF2-40B4-BE49-F238E27FC236}">
                  <a16:creationId xmlns:a16="http://schemas.microsoft.com/office/drawing/2014/main" id="{2A70C91B-CFD9-5139-9F2B-5A7EAFB6A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1030" y="1649406"/>
              <a:ext cx="116567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EventBridge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51743708-86C1-E41D-44CD-B291172CB5D5}"/>
              </a:ext>
            </a:extLst>
          </p:cNvPr>
          <p:cNvGrpSpPr/>
          <p:nvPr/>
        </p:nvGrpSpPr>
        <p:grpSpPr>
          <a:xfrm>
            <a:off x="73648" y="2387935"/>
            <a:ext cx="1025438" cy="900061"/>
            <a:chOff x="986832" y="2377549"/>
            <a:chExt cx="1025438" cy="900061"/>
          </a:xfrm>
        </p:grpSpPr>
        <p:sp>
          <p:nvSpPr>
            <p:cNvPr id="1032" name="TextBox 28">
              <a:extLst>
                <a:ext uri="{FF2B5EF4-FFF2-40B4-BE49-F238E27FC236}">
                  <a16:creationId xmlns:a16="http://schemas.microsoft.com/office/drawing/2014/main" id="{85D37D9C-3833-97CE-B905-127E82FBF0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6832" y="2815945"/>
              <a:ext cx="10254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Open Meteo Public API</a:t>
              </a:r>
            </a:p>
          </p:txBody>
        </p:sp>
        <p:pic>
          <p:nvPicPr>
            <p:cNvPr id="1033" name="Graphic 15" descr="Gear resource icon for the General Icons category.">
              <a:extLst>
                <a:ext uri="{FF2B5EF4-FFF2-40B4-BE49-F238E27FC236}">
                  <a16:creationId xmlns:a16="http://schemas.microsoft.com/office/drawing/2014/main" id="{ECC30214-BB81-5613-E12E-DA8B8DE97D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 bwMode="auto">
            <a:xfrm flipH="1">
              <a:off x="1375887" y="2377549"/>
              <a:ext cx="226842" cy="2268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8354D9BE-716E-4E5F-0671-3FEFC3A1FDE0}"/>
              </a:ext>
            </a:extLst>
          </p:cNvPr>
          <p:cNvCxnSpPr>
            <a:cxnSpLocks/>
            <a:stCxn id="1061" idx="3"/>
            <a:endCxn id="49" idx="1"/>
          </p:cNvCxnSpPr>
          <p:nvPr/>
        </p:nvCxnSpPr>
        <p:spPr>
          <a:xfrm>
            <a:off x="948934" y="2448461"/>
            <a:ext cx="732988" cy="44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8" name="Picture 2" descr="Power BI Logo">
            <a:extLst>
              <a:ext uri="{FF2B5EF4-FFF2-40B4-BE49-F238E27FC236}">
                <a16:creationId xmlns:a16="http://schemas.microsoft.com/office/drawing/2014/main" id="{3EDCC1D5-2353-C8E0-93B8-4C34C464A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818" y="1998840"/>
            <a:ext cx="939262" cy="91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F2E63044-D467-E393-FB1D-BEBD09467A5F}"/>
              </a:ext>
            </a:extLst>
          </p:cNvPr>
          <p:cNvCxnSpPr>
            <a:cxnSpLocks/>
            <a:stCxn id="49" idx="3"/>
            <a:endCxn id="39" idx="1"/>
          </p:cNvCxnSpPr>
          <p:nvPr/>
        </p:nvCxnSpPr>
        <p:spPr>
          <a:xfrm>
            <a:off x="2443922" y="2452890"/>
            <a:ext cx="7208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7C55B03F-F735-8C5E-15DC-F5A549BB7317}"/>
              </a:ext>
            </a:extLst>
          </p:cNvPr>
          <p:cNvCxnSpPr>
            <a:cxnSpLocks/>
            <a:stCxn id="39" idx="3"/>
            <a:endCxn id="46" idx="1"/>
          </p:cNvCxnSpPr>
          <p:nvPr/>
        </p:nvCxnSpPr>
        <p:spPr>
          <a:xfrm>
            <a:off x="3926722" y="2452890"/>
            <a:ext cx="7167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56E4E2A8-D345-0E3E-9941-0D422FD84AB7}"/>
              </a:ext>
            </a:extLst>
          </p:cNvPr>
          <p:cNvCxnSpPr>
            <a:cxnSpLocks/>
            <a:stCxn id="46" idx="3"/>
            <a:endCxn id="34" idx="1"/>
          </p:cNvCxnSpPr>
          <p:nvPr/>
        </p:nvCxnSpPr>
        <p:spPr>
          <a:xfrm>
            <a:off x="5405508" y="2452890"/>
            <a:ext cx="7184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8020C601-27EE-836B-6F17-EB03544AF065}"/>
              </a:ext>
            </a:extLst>
          </p:cNvPr>
          <p:cNvCxnSpPr>
            <a:cxnSpLocks/>
            <a:stCxn id="34" idx="3"/>
            <a:endCxn id="1038" idx="1"/>
          </p:cNvCxnSpPr>
          <p:nvPr/>
        </p:nvCxnSpPr>
        <p:spPr>
          <a:xfrm>
            <a:off x="6885954" y="2452890"/>
            <a:ext cx="719864" cy="2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46DB47B7-1097-1E44-0EA4-085618164DAF}"/>
              </a:ext>
            </a:extLst>
          </p:cNvPr>
          <p:cNvCxnSpPr>
            <a:cxnSpLocks/>
            <a:stCxn id="1027" idx="2"/>
            <a:endCxn id="49" idx="0"/>
          </p:cNvCxnSpPr>
          <p:nvPr/>
        </p:nvCxnSpPr>
        <p:spPr>
          <a:xfrm flipH="1">
            <a:off x="2062922" y="1637663"/>
            <a:ext cx="6350" cy="434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8CE4995A-6ADB-8510-C777-AC02B03293CF}"/>
              </a:ext>
            </a:extLst>
          </p:cNvPr>
          <p:cNvCxnSpPr>
            <a:cxnSpLocks/>
            <a:stCxn id="50" idx="2"/>
            <a:endCxn id="59" idx="0"/>
          </p:cNvCxnSpPr>
          <p:nvPr/>
        </p:nvCxnSpPr>
        <p:spPr>
          <a:xfrm flipH="1">
            <a:off x="2068478" y="3110095"/>
            <a:ext cx="794" cy="4345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9D61A4E6-E92C-7D42-197B-AEBF64C71979}"/>
              </a:ext>
            </a:extLst>
          </p:cNvPr>
          <p:cNvCxnSpPr>
            <a:cxnSpLocks/>
            <a:stCxn id="47" idx="2"/>
            <a:endCxn id="52" idx="0"/>
          </p:cNvCxnSpPr>
          <p:nvPr/>
        </p:nvCxnSpPr>
        <p:spPr>
          <a:xfrm flipH="1">
            <a:off x="5030064" y="3110095"/>
            <a:ext cx="794" cy="4345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9B8D50B1-2CE7-A047-EA30-28DD7B1EE6F8}"/>
              </a:ext>
            </a:extLst>
          </p:cNvPr>
          <p:cNvCxnSpPr>
            <a:cxnSpLocks/>
            <a:stCxn id="35" idx="2"/>
            <a:endCxn id="62" idx="0"/>
          </p:cNvCxnSpPr>
          <p:nvPr/>
        </p:nvCxnSpPr>
        <p:spPr>
          <a:xfrm>
            <a:off x="6496223" y="3112476"/>
            <a:ext cx="7937" cy="43107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6DEF2EB2-1C8C-BB43-767B-DF8030508D98}"/>
              </a:ext>
            </a:extLst>
          </p:cNvPr>
          <p:cNvGrpSpPr/>
          <p:nvPr/>
        </p:nvGrpSpPr>
        <p:grpSpPr>
          <a:xfrm>
            <a:off x="7708354" y="4416302"/>
            <a:ext cx="836726" cy="953893"/>
            <a:chOff x="10968514" y="5246751"/>
            <a:chExt cx="836726" cy="953893"/>
          </a:xfrm>
        </p:grpSpPr>
        <p:pic>
          <p:nvPicPr>
            <p:cNvPr id="1052" name="Picture 4" descr="Google mail gmail logo - Free Icon PNG, SVG">
              <a:extLst>
                <a:ext uri="{FF2B5EF4-FFF2-40B4-BE49-F238E27FC236}">
                  <a16:creationId xmlns:a16="http://schemas.microsoft.com/office/drawing/2014/main" id="{1560FE0F-08CB-626B-4B4F-2BD541DB8D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457" t="22815" r="17233" b="18525"/>
            <a:stretch>
              <a:fillRect/>
            </a:stretch>
          </p:blipFill>
          <p:spPr bwMode="auto">
            <a:xfrm>
              <a:off x="10968514" y="5246751"/>
              <a:ext cx="836726" cy="7515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3" name="TextBox 9">
              <a:extLst>
                <a:ext uri="{FF2B5EF4-FFF2-40B4-BE49-F238E27FC236}">
                  <a16:creationId xmlns:a16="http://schemas.microsoft.com/office/drawing/2014/main" id="{64A1DE7F-35DA-92BA-1894-27433AED1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92509" y="5923645"/>
              <a:ext cx="58873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r>
                <a:rPr lang="en-US" altLang="en-US" sz="1200" dirty="0"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Email</a:t>
              </a:r>
            </a:p>
          </p:txBody>
        </p:sp>
      </p:grp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2D46F571-2DCF-C8F3-610E-5D821DEC7CA5}"/>
              </a:ext>
            </a:extLst>
          </p:cNvPr>
          <p:cNvCxnSpPr>
            <a:cxnSpLocks/>
            <a:stCxn id="1058" idx="2"/>
            <a:endCxn id="1052" idx="1"/>
          </p:cNvCxnSpPr>
          <p:nvPr/>
        </p:nvCxnSpPr>
        <p:spPr>
          <a:xfrm>
            <a:off x="2067472" y="4792072"/>
            <a:ext cx="564088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9B9BFD7A-CE79-5B58-3F05-307F7308BBA3}"/>
              </a:ext>
            </a:extLst>
          </p:cNvPr>
          <p:cNvCxnSpPr>
            <a:cxnSpLocks/>
            <a:stCxn id="60" idx="2"/>
            <a:endCxn id="1058" idx="4"/>
          </p:cNvCxnSpPr>
          <p:nvPr/>
        </p:nvCxnSpPr>
        <p:spPr>
          <a:xfrm>
            <a:off x="2069272" y="4583658"/>
            <a:ext cx="0" cy="210214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B350DDE3-5DE1-F510-F4E8-BF0A1E70CE07}"/>
              </a:ext>
            </a:extLst>
          </p:cNvPr>
          <p:cNvCxnSpPr>
            <a:cxnSpLocks/>
            <a:stCxn id="57" idx="2"/>
            <a:endCxn id="1059" idx="1"/>
          </p:cNvCxnSpPr>
          <p:nvPr/>
        </p:nvCxnSpPr>
        <p:spPr>
          <a:xfrm flipH="1">
            <a:off x="5029585" y="4583658"/>
            <a:ext cx="1273" cy="206020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5C4FE889-9AB6-4E23-502A-BE4143E7D04A}"/>
              </a:ext>
            </a:extLst>
          </p:cNvPr>
          <p:cNvCxnSpPr>
            <a:cxnSpLocks/>
            <a:stCxn id="63" idx="2"/>
            <a:endCxn id="1060" idx="2"/>
          </p:cNvCxnSpPr>
          <p:nvPr/>
        </p:nvCxnSpPr>
        <p:spPr>
          <a:xfrm flipH="1">
            <a:off x="6503154" y="4582550"/>
            <a:ext cx="1800" cy="208401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8" name="Oval 1057">
            <a:extLst>
              <a:ext uri="{FF2B5EF4-FFF2-40B4-BE49-F238E27FC236}">
                <a16:creationId xmlns:a16="http://schemas.microsoft.com/office/drawing/2014/main" id="{A34571A5-860C-0F0A-5AB5-B1D6D02A5F3C}"/>
              </a:ext>
            </a:extLst>
          </p:cNvPr>
          <p:cNvSpPr/>
          <p:nvPr/>
        </p:nvSpPr>
        <p:spPr>
          <a:xfrm>
            <a:off x="2067472" y="4790272"/>
            <a:ext cx="3600" cy="3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6D531AD2-B94E-3CD0-6A63-BB0C92295D1E}"/>
              </a:ext>
            </a:extLst>
          </p:cNvPr>
          <p:cNvSpPr/>
          <p:nvPr/>
        </p:nvSpPr>
        <p:spPr>
          <a:xfrm>
            <a:off x="5029058" y="4789151"/>
            <a:ext cx="3600" cy="3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0" name="Oval 1059">
            <a:extLst>
              <a:ext uri="{FF2B5EF4-FFF2-40B4-BE49-F238E27FC236}">
                <a16:creationId xmlns:a16="http://schemas.microsoft.com/office/drawing/2014/main" id="{F332C5A4-502C-0D66-C11C-96616B933555}"/>
              </a:ext>
            </a:extLst>
          </p:cNvPr>
          <p:cNvSpPr/>
          <p:nvPr/>
        </p:nvSpPr>
        <p:spPr>
          <a:xfrm>
            <a:off x="6503154" y="4789151"/>
            <a:ext cx="3600" cy="3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61" name="Picture 6" descr="logo">
            <a:extLst>
              <a:ext uri="{FF2B5EF4-FFF2-40B4-BE49-F238E27FC236}">
                <a16:creationId xmlns:a16="http://schemas.microsoft.com/office/drawing/2014/main" id="{8A745E1E-A7A3-52DD-F96A-BBBCD9A8D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24" y="2040706"/>
            <a:ext cx="815510" cy="81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525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</TotalTime>
  <Words>13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Luxford</dc:creator>
  <cp:lastModifiedBy>Thomas Luxford</cp:lastModifiedBy>
  <cp:revision>6</cp:revision>
  <dcterms:created xsi:type="dcterms:W3CDTF">2026-02-03T12:57:54Z</dcterms:created>
  <dcterms:modified xsi:type="dcterms:W3CDTF">2026-02-23T11:30:34Z</dcterms:modified>
</cp:coreProperties>
</file>